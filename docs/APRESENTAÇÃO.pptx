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ress Start 2P" charset="1" panose="00000500000000000000"/>
      <p:regular r:id="rId22"/>
    </p:embeddedFont>
    <p:embeddedFont>
      <p:font typeface="Arcade Gamer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67914" y="8705198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3977" y="8831364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55334" y="8743298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60240" y="1410169"/>
            <a:ext cx="9567520" cy="371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93"/>
              </a:lnSpc>
            </a:pPr>
            <a:r>
              <a:rPr lang="en-US" sz="10709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HANGMAN</a:t>
            </a:r>
          </a:p>
          <a:p>
            <a:pPr algn="ctr">
              <a:lnSpc>
                <a:spcPts val="14993"/>
              </a:lnSpc>
            </a:pPr>
            <a:r>
              <a:rPr lang="en-US" sz="10709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98286" y="2020728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9"/>
                </a:lnTo>
                <a:lnTo>
                  <a:pt x="0" y="8399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4069" y="9496425"/>
            <a:ext cx="10899863" cy="50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sz="2966" spc="1314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START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0240" y="1642266"/>
            <a:ext cx="9567520" cy="371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93"/>
              </a:lnSpc>
            </a:pPr>
            <a:r>
              <a:rPr lang="en-US" sz="10709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</a:t>
            </a:r>
          </a:p>
          <a:p>
            <a:pPr algn="ctr">
              <a:lnSpc>
                <a:spcPts val="14993"/>
              </a:lnSpc>
            </a:pPr>
            <a:r>
              <a:rPr lang="en-US" sz="10709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18793" y="4233311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/|\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323414" y="8228564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5775415" y="7960501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25195" y="789766"/>
            <a:ext cx="8893598" cy="43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sz="2524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CATEGORIA: PROJETO DE REDES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86900" y="5807906"/>
            <a:ext cx="11914200" cy="211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4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DAVI CELESTINO</a:t>
            </a:r>
          </a:p>
          <a:p>
            <a:pPr algn="ctr">
              <a:lnSpc>
                <a:spcPts val="3444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LARISSA FERREIRA</a:t>
            </a:r>
          </a:p>
          <a:p>
            <a:pPr algn="ctr">
              <a:lnSpc>
                <a:spcPts val="3444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RENATO COCA</a:t>
            </a:r>
          </a:p>
          <a:p>
            <a:pPr algn="ctr">
              <a:lnSpc>
                <a:spcPts val="3444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TENÓRIO VENÂNCIO</a:t>
            </a:r>
          </a:p>
          <a:p>
            <a:pPr algn="ctr">
              <a:lnSpc>
                <a:spcPts val="3444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OTÁVIO JOSHUA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3292332" y="5855531"/>
            <a:ext cx="11914200" cy="36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JOGADORES: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7294" y="5893631"/>
            <a:ext cx="11914200" cy="36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 _________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86900" y="6330274"/>
            <a:ext cx="11914200" cy="36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 ________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7294" y="6747308"/>
            <a:ext cx="11914200" cy="36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 ____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86900" y="7183951"/>
            <a:ext cx="11914200" cy="36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 ________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86900" y="7639093"/>
            <a:ext cx="11914200" cy="36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 ______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ENUNCIADO DO PROJETO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8793" y="4650134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/|\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2314" y="3505722"/>
            <a:ext cx="8134955" cy="439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aplicação em python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interface cliente-servidor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sckets tcp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socket ( )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bind ( )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listen ( )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accept ( )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connet ( )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sendall ( )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recv ( 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2430" y="1822325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 __ _______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DESCRIÇÃO GERAL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8793" y="4650134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2314" y="4177043"/>
            <a:ext cx="8134955" cy="264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competitivo via terminal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jogadores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palpites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pontuação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tentativas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quando termina?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2430" y="1804063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 _____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67914" y="8705198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3977" y="8831364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55334" y="8743298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10822" y="3874101"/>
            <a:ext cx="11266357" cy="126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16"/>
              </a:lnSpc>
            </a:pPr>
            <a:r>
              <a:rPr lang="en-US" sz="7368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DEMONSTRAÇÃO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98286" y="2020728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9"/>
                </a:lnTo>
                <a:lnTo>
                  <a:pt x="0" y="8399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790879" y="4233311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323414" y="8228564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5775415" y="7960501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5195" y="3066053"/>
            <a:ext cx="8893598" cy="43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sz="2524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CATEGORIA: PROJETO DE REDES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10822" y="4119011"/>
            <a:ext cx="11266357" cy="126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16"/>
              </a:lnSpc>
            </a:pPr>
            <a:r>
              <a:rPr lang="en-US" sz="7368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____________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94761" y="6571429"/>
            <a:ext cx="5298478" cy="24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142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LETRAS ERRADAS: 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94069" y="9496425"/>
            <a:ext cx="10899863" cy="50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sz="2966" spc="1314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ALT TAB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33117" y="2379811"/>
            <a:ext cx="7089169" cy="5527379"/>
          </a:xfrm>
          <a:custGeom>
            <a:avLst/>
            <a:gdLst/>
            <a:ahLst/>
            <a:cxnLst/>
            <a:rect r="r" b="b" t="t" l="l"/>
            <a:pathLst>
              <a:path h="5527379" w="7089169">
                <a:moveTo>
                  <a:pt x="0" y="0"/>
                </a:moveTo>
                <a:lnTo>
                  <a:pt x="7089169" y="0"/>
                </a:lnTo>
                <a:lnTo>
                  <a:pt x="7089169" y="5527378"/>
                </a:lnTo>
                <a:lnTo>
                  <a:pt x="0" y="5527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ARQUITETURA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2314" y="4177043"/>
            <a:ext cx="8134955" cy="176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threads dos clientes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threads do servidor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thread primária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thread secundária</a:t>
            </a: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48694" y="2105013"/>
            <a:ext cx="12759658" cy="5821227"/>
          </a:xfrm>
          <a:custGeom>
            <a:avLst/>
            <a:gdLst/>
            <a:ahLst/>
            <a:cxnLst/>
            <a:rect r="r" b="b" t="t" l="l"/>
            <a:pathLst>
              <a:path h="5821227" w="12759658">
                <a:moveTo>
                  <a:pt x="0" y="0"/>
                </a:moveTo>
                <a:lnTo>
                  <a:pt x="12759659" y="0"/>
                </a:lnTo>
                <a:lnTo>
                  <a:pt x="12759659" y="5821226"/>
                </a:lnTo>
                <a:lnTo>
                  <a:pt x="0" y="58212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62430" y="1792273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___________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187335"/>
            <a:ext cx="15163140" cy="17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USO DE SOCKETS </a:t>
            </a:r>
          </a:p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 THREADS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8793" y="4650134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/|\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2314" y="4877439"/>
            <a:ext cx="8134955" cy="176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servidor: 0.0.0.0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PORTA 5000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endereço ip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funções bloqueantes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2430" y="1301635"/>
            <a:ext cx="15163140" cy="17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 __ _______</a:t>
            </a:r>
          </a:p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 _______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471696"/>
            <a:ext cx="15163140" cy="17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PROTOCOLO DE COMUNICAÇÃO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8793" y="4650134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2314" y="4237223"/>
            <a:ext cx="8134955" cy="179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json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\n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Exemplo JSON:</a:t>
            </a:r>
          </a:p>
          <a:p>
            <a:pPr algn="l">
              <a:lnSpc>
                <a:spcPts val="348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62430" y="1564023"/>
            <a:ext cx="15163140" cy="17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 __</a:t>
            </a:r>
          </a:p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___________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9222" y="5678429"/>
            <a:ext cx="7561140" cy="262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29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send_msg(sock, "GUESS_LETTER", "A")</a:t>
            </a:r>
          </a:p>
          <a:p>
            <a:pPr algn="l">
              <a:lnSpc>
                <a:spcPts val="2955"/>
              </a:lnSpc>
            </a:pPr>
          </a:p>
          <a:p>
            <a:pPr algn="l">
              <a:lnSpc>
                <a:spcPts val="2955"/>
              </a:lnSpc>
            </a:pPr>
            <a:r>
              <a:rPr lang="en-US" sz="229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# vira algo como:</a:t>
            </a:r>
          </a:p>
          <a:p>
            <a:pPr algn="l">
              <a:lnSpc>
                <a:spcPts val="2955"/>
              </a:lnSpc>
            </a:pPr>
          </a:p>
          <a:p>
            <a:pPr algn="l">
              <a:lnSpc>
                <a:spcPts val="2955"/>
              </a:lnSpc>
            </a:pPr>
            <a:r>
              <a:rPr lang="en-US" sz="229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{"type": "GUESS_LETTER", "payload": "A"}\n</a:t>
            </a:r>
          </a:p>
          <a:p>
            <a:pPr algn="l">
              <a:lnSpc>
                <a:spcPts val="295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471696"/>
            <a:ext cx="15163140" cy="17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PROTOCOLO DE COMUNICAÇÃO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8793" y="4650134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59735" y="3876961"/>
            <a:ext cx="8134955" cy="308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join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welcome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waiting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game_start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state_update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guess_letter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61840" y="3876961"/>
            <a:ext cx="8093494" cy="350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6"/>
              </a:lnSpc>
            </a:pPr>
          </a:p>
          <a:p>
            <a:pPr algn="l" marL="1160340" indent="-386780" lvl="2">
              <a:lnSpc>
                <a:spcPts val="3466"/>
              </a:lnSpc>
              <a:buFont typeface="Arial"/>
              <a:buChar char="⚬"/>
            </a:pPr>
            <a:r>
              <a:rPr lang="en-US" sz="2687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guess_word</a:t>
            </a:r>
          </a:p>
          <a:p>
            <a:pPr algn="l" marL="1160340" indent="-386780" lvl="2">
              <a:lnSpc>
                <a:spcPts val="3466"/>
              </a:lnSpc>
              <a:buFont typeface="Arial"/>
              <a:buChar char="⚬"/>
            </a:pPr>
            <a:r>
              <a:rPr lang="en-US" sz="2687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correct_guess</a:t>
            </a:r>
          </a:p>
          <a:p>
            <a:pPr algn="l" marL="1160340" indent="-386780" lvl="2">
              <a:lnSpc>
                <a:spcPts val="3466"/>
              </a:lnSpc>
              <a:buFont typeface="Arial"/>
              <a:buChar char="⚬"/>
            </a:pPr>
            <a:r>
              <a:rPr lang="en-US" sz="2687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wrong_guess</a:t>
            </a:r>
          </a:p>
          <a:p>
            <a:pPr algn="l" marL="1160340" indent="-386780" lvl="2">
              <a:lnSpc>
                <a:spcPts val="3466"/>
              </a:lnSpc>
              <a:buFont typeface="Arial"/>
              <a:buChar char="⚬"/>
            </a:pPr>
            <a:r>
              <a:rPr lang="en-US" sz="2687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player_out</a:t>
            </a:r>
          </a:p>
          <a:p>
            <a:pPr algn="l" marL="1160340" indent="-386780" lvl="2">
              <a:lnSpc>
                <a:spcPts val="3466"/>
              </a:lnSpc>
              <a:buFont typeface="Arial"/>
              <a:buChar char="⚬"/>
            </a:pPr>
            <a:r>
              <a:rPr lang="en-US" sz="2687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game_over</a:t>
            </a:r>
          </a:p>
          <a:p>
            <a:pPr algn="l" marL="1160340" indent="-386780" lvl="2">
              <a:lnSpc>
                <a:spcPts val="3466"/>
              </a:lnSpc>
              <a:buFont typeface="Arial"/>
              <a:buChar char="⚬"/>
            </a:pPr>
            <a:r>
              <a:rPr lang="en-US" sz="2687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ready</a:t>
            </a:r>
          </a:p>
          <a:p>
            <a:pPr algn="l" marL="1160340" indent="-386780" lvl="2">
              <a:lnSpc>
                <a:spcPts val="3466"/>
              </a:lnSpc>
              <a:buFont typeface="Arial"/>
              <a:buChar char="⚬"/>
            </a:pPr>
            <a:r>
              <a:rPr lang="en-US" sz="2687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error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2430" y="1564023"/>
            <a:ext cx="15163140" cy="17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 __</a:t>
            </a:r>
          </a:p>
          <a:p>
            <a:pPr algn="l">
              <a:lnSpc>
                <a:spcPts val="705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___________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2430" y="3432083"/>
            <a:ext cx="5236048" cy="492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4"/>
              </a:lnSpc>
              <a:spcBef>
                <a:spcPct val="0"/>
              </a:spcBef>
            </a:pPr>
            <a:r>
              <a:rPr lang="en-US" sz="2887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fluxo de mensagens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2314" y="4177043"/>
            <a:ext cx="8134955" cy="176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MENSAGEM PADRÃO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SEND_MSG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RECV_MSGS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CAMADA DA APLICAÇÃO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723510" y="3066930"/>
            <a:ext cx="9793829" cy="4468152"/>
          </a:xfrm>
          <a:custGeom>
            <a:avLst/>
            <a:gdLst/>
            <a:ahLst/>
            <a:cxnLst/>
            <a:rect r="r" b="b" t="t" l="l"/>
            <a:pathLst>
              <a:path h="4468152" w="9793829">
                <a:moveTo>
                  <a:pt x="0" y="0"/>
                </a:moveTo>
                <a:lnTo>
                  <a:pt x="9793829" y="0"/>
                </a:lnTo>
                <a:lnTo>
                  <a:pt x="9793829" y="4468153"/>
                </a:lnTo>
                <a:lnTo>
                  <a:pt x="0" y="44681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39588" y="3703522"/>
            <a:ext cx="9319712" cy="3194969"/>
          </a:xfrm>
          <a:custGeom>
            <a:avLst/>
            <a:gdLst/>
            <a:ahLst/>
            <a:cxnLst/>
            <a:rect r="r" b="b" t="t" l="l"/>
            <a:pathLst>
              <a:path h="3194969" w="9319712">
                <a:moveTo>
                  <a:pt x="0" y="0"/>
                </a:moveTo>
                <a:lnTo>
                  <a:pt x="9319712" y="0"/>
                </a:lnTo>
                <a:lnTo>
                  <a:pt x="9319712" y="3194969"/>
                </a:lnTo>
                <a:lnTo>
                  <a:pt x="0" y="31949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PROTOCOL.PY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2430" y="1792127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___________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2314" y="4177043"/>
            <a:ext cx="8134955" cy="176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MENSAGEM PADRÃO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SEND_MSG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RECV_MSGS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camada da aplicação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723510" y="3066930"/>
            <a:ext cx="9793829" cy="4468152"/>
          </a:xfrm>
          <a:custGeom>
            <a:avLst/>
            <a:gdLst/>
            <a:ahLst/>
            <a:cxnLst/>
            <a:rect r="r" b="b" t="t" l="l"/>
            <a:pathLst>
              <a:path h="4468152" w="9793829">
                <a:moveTo>
                  <a:pt x="0" y="0"/>
                </a:moveTo>
                <a:lnTo>
                  <a:pt x="9793829" y="0"/>
                </a:lnTo>
                <a:lnTo>
                  <a:pt x="9793829" y="4468153"/>
                </a:lnTo>
                <a:lnTo>
                  <a:pt x="0" y="44681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36246" y="3244623"/>
            <a:ext cx="7238358" cy="4112766"/>
          </a:xfrm>
          <a:custGeom>
            <a:avLst/>
            <a:gdLst/>
            <a:ahLst/>
            <a:cxnLst/>
            <a:rect r="r" b="b" t="t" l="l"/>
            <a:pathLst>
              <a:path h="4112766" w="7238358">
                <a:moveTo>
                  <a:pt x="0" y="0"/>
                </a:moveTo>
                <a:lnTo>
                  <a:pt x="7238358" y="0"/>
                </a:lnTo>
                <a:lnTo>
                  <a:pt x="7238358" y="4112767"/>
                </a:lnTo>
                <a:lnTo>
                  <a:pt x="0" y="41127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402" r="0" b="-340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PROTOCOL.PY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2430" y="1792127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___________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CLIENT.PY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8793" y="4650134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2314" y="3374385"/>
            <a:ext cx="12276479" cy="483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parse_args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socket.create_connection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send_msg </a:t>
            </a: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(client_socket, "JOIN", player_name)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recv_thread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recv_loop ( )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render_state ( )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render_waiting ( )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render_game_over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loop pricipal</a:t>
            </a:r>
          </a:p>
          <a:p>
            <a:pPr algn="l" marL="1166284" indent="-388761" lvl="2">
              <a:lnSpc>
                <a:spcPts val="3484"/>
              </a:lnSpc>
              <a:buFont typeface="Arial"/>
              <a:buChar char="⚬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guess_letter/word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tratamento de erros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2430" y="1809096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GAME_SERVER.PY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42314" y="4226030"/>
            <a:ext cx="12276479" cy="308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Estado global: gamestate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accept_loop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handle_client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join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guess_letter/word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ready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finally de handle_client ( 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760467" y="3630570"/>
            <a:ext cx="7711526" cy="3518162"/>
          </a:xfrm>
          <a:custGeom>
            <a:avLst/>
            <a:gdLst/>
            <a:ahLst/>
            <a:cxnLst/>
            <a:rect r="r" b="b" t="t" l="l"/>
            <a:pathLst>
              <a:path h="3518162" w="7711526">
                <a:moveTo>
                  <a:pt x="0" y="0"/>
                </a:moveTo>
                <a:lnTo>
                  <a:pt x="7711527" y="0"/>
                </a:lnTo>
                <a:lnTo>
                  <a:pt x="7711527" y="3518161"/>
                </a:lnTo>
                <a:lnTo>
                  <a:pt x="0" y="35181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46370" y="4373208"/>
            <a:ext cx="7382002" cy="251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925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conn, addr = server_sock.accept( )</a:t>
            </a:r>
          </a:p>
          <a:p>
            <a:pPr algn="l">
              <a:lnSpc>
                <a:spcPts val="2483"/>
              </a:lnSpc>
            </a:pPr>
          </a:p>
          <a:p>
            <a:pPr algn="l">
              <a:lnSpc>
                <a:spcPts val="2483"/>
              </a:lnSpc>
            </a:pPr>
            <a:r>
              <a:rPr lang="en-US" sz="1925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cl</a:t>
            </a:r>
            <a:r>
              <a:rPr lang="en-US" sz="1925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ient_thread = threading.Thread(</a:t>
            </a:r>
          </a:p>
          <a:p>
            <a:pPr algn="l">
              <a:lnSpc>
                <a:spcPts val="2483"/>
              </a:lnSpc>
            </a:pPr>
            <a:r>
              <a:rPr lang="en-US" sz="1925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  </a:t>
            </a:r>
            <a:r>
              <a:rPr lang="en-US" sz="1925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target=handle_client,</a:t>
            </a:r>
          </a:p>
          <a:p>
            <a:pPr algn="l">
              <a:lnSpc>
                <a:spcPts val="2483"/>
              </a:lnSpc>
            </a:pPr>
            <a:r>
              <a:rPr lang="en-US" sz="1925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  args=(conn, addr, player_id),</a:t>
            </a:r>
          </a:p>
          <a:p>
            <a:pPr algn="l">
              <a:lnSpc>
                <a:spcPts val="2483"/>
              </a:lnSpc>
            </a:pPr>
            <a:r>
              <a:rPr lang="en-US" sz="1925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  daemon=True</a:t>
            </a:r>
          </a:p>
          <a:p>
            <a:pPr algn="l">
              <a:lnSpc>
                <a:spcPts val="2483"/>
              </a:lnSpc>
            </a:pPr>
            <a:r>
              <a:rPr lang="en-US" sz="1925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)</a:t>
            </a:r>
          </a:p>
          <a:p>
            <a:pPr algn="l">
              <a:lnSpc>
                <a:spcPts val="2483"/>
              </a:lnSpc>
            </a:pPr>
            <a:r>
              <a:rPr lang="en-US" sz="1925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client_thread.start( 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2430" y="1860425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______________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GAME_STATE.PY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8793" y="4650134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/|\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2314" y="4226030"/>
            <a:ext cx="12276479" cy="264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player data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threading.lock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add/remove_player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start_game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broadcast ( )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get_state_payload ( 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2430" y="1836016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_____________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DIFICULDADES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8793" y="4650134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2314" y="4226030"/>
            <a:ext cx="12276479" cy="220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FLUXO DE BYTES TCP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CONTROLE DE CONCORRÊNCIA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TRATAMENTO DE DESCONECÇÕES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ESTADO LOCAL DO CLIENTE X ESTADO GLOBAL DO SERVIDOR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2430" y="185287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____________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314" y="306693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2317" y="1920736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2430" y="1633621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MELHORIAS FUTURAS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8793" y="4650134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23414" y="8645387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775415" y="8377325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67914" y="91220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977" y="9248187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55334" y="9160122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1"/>
                </a:lnTo>
                <a:lnTo>
                  <a:pt x="0" y="51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2314" y="3943872"/>
            <a:ext cx="12898141" cy="352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AUTENTICAÇÃO DE JOGADORES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SALAS INDEPENDENTES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RANKING PERSISTENTE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RECONECÇÃO DE REDE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INTERFACE GRÁFICA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CRIPTOGRAFIA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LOGS</a:t>
            </a:r>
          </a:p>
          <a:p>
            <a:pPr algn="l" marL="583142" indent="-291571" lvl="1">
              <a:lnSpc>
                <a:spcPts val="3484"/>
              </a:lnSpc>
              <a:buFont typeface="Arial"/>
              <a:buChar char="•"/>
            </a:pPr>
            <a:r>
              <a:rPr lang="en-US" sz="2700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CONFIGURAÇÃO DINÂMICA DE JOGADORES/TENTATIVAS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2430" y="1839953"/>
            <a:ext cx="15163140" cy="70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5147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_________ _______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6067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67652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2421" y="5504783"/>
            <a:ext cx="1323159" cy="1323159"/>
          </a:xfrm>
          <a:custGeom>
            <a:avLst/>
            <a:gdLst/>
            <a:ahLst/>
            <a:cxnLst/>
            <a:rect r="r" b="b" t="t" l="l"/>
            <a:pathLst>
              <a:path h="1323159" w="1323159">
                <a:moveTo>
                  <a:pt x="0" y="0"/>
                </a:moveTo>
                <a:lnTo>
                  <a:pt x="1323158" y="0"/>
                </a:lnTo>
                <a:lnTo>
                  <a:pt x="1323158" y="1323159"/>
                </a:lnTo>
                <a:lnTo>
                  <a:pt x="0" y="1323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728084" y="5835476"/>
            <a:ext cx="774682" cy="774682"/>
          </a:xfrm>
          <a:custGeom>
            <a:avLst/>
            <a:gdLst/>
            <a:ahLst/>
            <a:cxnLst/>
            <a:rect r="r" b="b" t="t" l="l"/>
            <a:pathLst>
              <a:path h="774682" w="774682">
                <a:moveTo>
                  <a:pt x="774682" y="0"/>
                </a:moveTo>
                <a:lnTo>
                  <a:pt x="0" y="0"/>
                </a:lnTo>
                <a:lnTo>
                  <a:pt x="0" y="774682"/>
                </a:lnTo>
                <a:lnTo>
                  <a:pt x="774682" y="774682"/>
                </a:lnTo>
                <a:lnTo>
                  <a:pt x="77468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67914" y="8705198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3977" y="8831364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1" y="0"/>
                </a:lnTo>
                <a:lnTo>
                  <a:pt x="7291391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55334" y="8743298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94069" y="9515475"/>
            <a:ext cx="10899863" cy="50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sz="2966" spc="1314">
                <a:solidFill>
                  <a:srgbClr val="535454"/>
                </a:solidFill>
                <a:latin typeface="Arcade Gamer"/>
                <a:ea typeface="Arcade Gamer"/>
                <a:cs typeface="Arcade Gamer"/>
                <a:sym typeface="Arcade Gamer"/>
              </a:rPr>
              <a:t>GAME OVER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18793" y="4233311"/>
            <a:ext cx="4078844" cy="43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+---+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|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O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/|\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/ \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   |</a:t>
            </a:r>
          </a:p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323414" y="8228564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===================================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5775415" y="7960501"/>
            <a:ext cx="19815870" cy="60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1"/>
              </a:lnSpc>
            </a:pP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=======</a:t>
            </a:r>
            <a:r>
              <a:rPr lang="en-US" sz="353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===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89192" y="3082958"/>
            <a:ext cx="10089407" cy="166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5"/>
              </a:lnSpc>
            </a:pPr>
            <a:r>
              <a:rPr lang="en-US" sz="969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OB IGADO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52251" y="3272894"/>
            <a:ext cx="10089407" cy="166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5"/>
              </a:lnSpc>
            </a:pPr>
            <a:r>
              <a:rPr lang="en-US" sz="9696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________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94761" y="7353108"/>
            <a:ext cx="5298478" cy="24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142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LETRAS ERRADAS: L, V, K, U, 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25195" y="2322139"/>
            <a:ext cx="8893598" cy="43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sz="2524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CATEGORIA: PROJETO DE REDES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DAHMvW6tV7E</dc:identifier>
  <dcterms:modified xsi:type="dcterms:W3CDTF">2011-08-01T06:04:30Z</dcterms:modified>
  <cp:revision>1</cp:revision>
  <dc:title>APRESENTAÇÃO</dc:title>
</cp:coreProperties>
</file>